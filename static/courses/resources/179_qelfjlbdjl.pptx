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6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7D2A2-B8F4-7830-00EA-DE053DF33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763218-3B46-C07B-47D1-3B8A66D24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FB096B-4307-B7C9-FC81-66FBDC647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A529BD-52AF-9916-3996-F30973F7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D10302-7522-32C2-8CE7-B098EBAC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535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DCA20-78D5-7A83-1EE6-CFB50E53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4C2B41-DF50-F9E7-A269-8F784A6C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8B3E81-DE19-1420-28B2-83B41572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D1E498-6BFD-83A5-225D-72885BB3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5FA0F-4000-BB34-12AC-EE937AD54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235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FB8FA-0B46-33D0-2BB5-4718B9BD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61726D-32A1-C1D1-0EB3-F19A22EED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521918-95C6-CC21-CAAA-6A308006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66E60-45B7-FBB5-4FD6-F7C76E6E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B2ECFD-513C-7CA6-0E24-0324A6EB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097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DFFB0-5757-C73F-9633-465EC3B2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A2224C-464B-198B-05F0-BE3E8AB05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5E1E24-1B0F-9898-013E-A585A2E55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0B7F5F-C306-C0CB-5CC0-24011B02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BFBEBA-51CC-2B24-5EDF-6B9D7E65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7D2086-FE48-2528-CE0C-787C487F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76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5D461-80FD-6272-0116-DA2E4955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2E3B42-5E9E-FA39-21D3-83380A05D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CA67D7-DB42-5FDB-C3C0-79ED6BE66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F217B2F-C9EC-5EAC-FC75-74CFD3D1D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5FE6DA1-8D1B-0810-566E-351353C9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48497E-664B-F01A-3B10-6967FCAE4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D6D097-A2F1-0EF3-5F43-AEAC9062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483ACF-64A7-9689-DECB-B58CEEAF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89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EA08F-104C-9BD3-3AF2-259D4C30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15DF49-E785-CD61-9298-F9E48057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D3CEE4-A5E1-C155-789B-A7FB4AED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1A590A-27A7-C29B-CCA1-112D0509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800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692D05-B0C1-FEB9-7729-3C5D9FE4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F19281-4711-2607-DAC4-8F84A043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2CA2F8-EF66-27FD-5A08-8D6077D4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545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5E656-284F-227B-8590-EE29F934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B74D0-C8BF-1FEE-654A-73432A71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6D8A9A-54FE-9FB5-7BB1-336E4D765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9E95AC-EB55-5349-25C9-7EEB8AA85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8A90C6-D18E-9908-3FD6-CD57A2C5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23653E-FC77-BD51-D95A-C8A4E14C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380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E41AF-4845-B8DA-0869-D3C5F627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8349BF3-C981-F817-CD49-FB3EFCE60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1195F4-B551-8984-FF5F-27EE01F41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5BAFAA-56C3-6512-53F4-282C373A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EC9D5-BB34-4838-CFF1-792D4806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D9BBC6-4A10-7090-C0F9-B2C09D0D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567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E3015-0319-BFC2-665F-81CCB311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8E8D64-6392-9D6D-F0E3-5066092E3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C8C554-637F-D437-0CC3-7AF1061A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DF51C5-A7EB-5B54-47F9-9947AD05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35484B-8D63-09C1-1E72-6ED7BC58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002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BB0F42-9AE5-1154-E68E-331A6A9FE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DE46AF-CAD5-CBF4-EF46-6107158BD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FC3369-755D-8181-647C-3E89672B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135E49-519F-9E2E-705B-517F5FE13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415858-DD61-AB96-F011-1AB066D2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665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591312-2FCB-197E-5EBD-1EE4DE2B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486DC1-380E-963F-24B3-843E4A39E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41241-F3AA-73A0-4796-710626374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26EA3-8C75-4F2C-9361-955131C133B1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861CD3-1F72-A2EE-54AA-2035909E3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A27698-C3AF-CC6F-BA97-9572AE287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7002A-ABBA-4C3B-83D7-CD9F1E15F93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216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F7A7-9A1F-1396-EBF3-667A87500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qelfjlbdjl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004A35-524A-640D-FB29-8AC267990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03954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qelfjlbdjl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Irving Jared Escalante Sianuqui</dc:creator>
  <cp:lastModifiedBy>Irving Jared Escalante Sianuqui</cp:lastModifiedBy>
  <cp:revision>1</cp:revision>
  <dcterms:created xsi:type="dcterms:W3CDTF">2026-01-07T23:40:11Z</dcterms:created>
  <dcterms:modified xsi:type="dcterms:W3CDTF">2026-01-07T23:40:28Z</dcterms:modified>
</cp:coreProperties>
</file>